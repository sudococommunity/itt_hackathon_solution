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tableStyles" Target="tableStyle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5870E-F86B-424D-806D-F5CEB3A579EA}" type="datetimeFigureOut"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A507D-653B-4E6B-822D-D52050CDF72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7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Real-World Projects  |  GenAI · ML/AI · Data 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Delivery Intelligence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931920"/>
            <a:ext cx="2194560" cy="777240"/>
          </a:xfrm>
          <a:prstGeom prst="rect">
            <a:avLst/>
          </a:prstGeom>
          <a:solidFill>
            <a:srgbClr val="223355"/>
          </a:solidFill>
          <a:ln w="19050">
            <a:solidFill>
              <a:srgbClr val="0D7C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3931920"/>
            <a:ext cx="2194560" cy="777240"/>
          </a:xfrm>
          <a:prstGeom prst="rect">
            <a:avLst/>
          </a:prstGeom>
          <a:solidFill>
            <a:srgbClr val="223355"/>
          </a:solidFill>
          <a:ln w="19050">
            <a:solidFill>
              <a:srgbClr val="0D7C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6324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3931920"/>
            <a:ext cx="2194560" cy="777240"/>
          </a:xfrm>
          <a:prstGeom prst="rect">
            <a:avLst/>
          </a:prstGeom>
          <a:solidFill>
            <a:srgbClr val="223355"/>
          </a:solidFill>
          <a:ln w="19050">
            <a:solidFill>
              <a:srgbClr val="0D7C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2356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Engine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customer attrition rate (18% annually) with no early-warning system, resulting in $12M annual revenue loss.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ensemble ML model (XGBoost + LightGBM) trained on 3 years of usage data with real-time scoring via REST API. Deployed on AWS SageMaker with automated retraining pipeline.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XGBoost  ·  LightGBM  ·  AWS SageMaker  ·  Apache Kafka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churn by 23%, saving ~$2.8M annually. Model achieves 87% recall on at-risk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P001  ›  Customer Churn Prediction Engine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churn by 23%, saving ~$2.8M annually. Model achieves 87% recall on at-risk customers.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customer attrition rate (18% annually) with no early-warning system, resulting in $12M annual revenue loss.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Contract Review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team spending 2,000+ hours/month manually reviewing vendor contracts for compliance clauses and risk flags.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model for clause classification and risk scoring. Integrated with SharePoint via Power Automate. Built React dashboard for review workflow.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FinTech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BERT  ·  HuggingFace Transformers  ·  FastAPI  ·  React  ·  SharePoint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reduction in manual review time. Processes 500+ contracts/day with 94% clause classification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P002  ›  NLP-Powered Contract Review System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reduction in manual review time. Processes 500+ contracts/day with 94% clause classification accuracy.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team spending 2,000+ hours/month manually reviewing vendor contracts for compliance clauses and risk flags.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Supply Chain Visibility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end-to-end visibility across 40+ suppliers, causing $8M in annual inventory write-offs and 15% on-time delivery failure.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event-driven data pipeline using Kafka for real-time supplier feeds. Created unified dashboard on Databricks with anomaly detection for delivery risk scoring.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Supply Chain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·  Databricks  ·  Delta Lake  ·  Python  ·  Power BI  ·  Azure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inventory write-offs by 60%, improved on-time delivery to 96%. ROI of 4x in Year 1.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P003  ›  Real-Time Supply Chain Visibility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inventory write-offs by 60%, improved on-time delivery to 96%. ROI of 4x in Year 1.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end-to-end visibility across 40+ suppliers, causing $8M in annual inventory write-offs and 15% on-time delivery failure.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Claims Fraud Detection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provider losing $40M annually to fraudulent claims, with traditional rules-based system catching only 30% of fraud cases.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model analyzing claim relationships and provider networks. Combined with rule engine for explainability. Real-time scoring via Azure ML endpoints.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Insurance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 ·  Graph Neural Networks  ·  Azure ML  ·  Neo4j  ·  SQL Server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rate improved from 30% to 78%. Estimated $18M annual savings with &lt;2% false positive rate.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P004  ›  Healthcare Claims Fraud Detection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rate improved from 30% to 78%. Estimated $18M annual savings with &lt;2% false positive rate.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provider losing $40M annually to fraudulent claims, with traditional rules-based system catching only 30% of fraud cases.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Document Intelligence for Pharma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trial documentation spread across 10,000+ PDFs, making regulatory submission preparation extremely manual and error-prone.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using GPT-4 and custom embeddings to answer regulatory queries. Built semantic search over clinical trial documents with source attribution.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/ Life Sciences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 ·  LangChain  ·  FAISS  ·  Python  ·  Azure Blob Storage  ·  Streamlit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reduction in regulatory document preparation time. Passed FDA audit with zero documentation gaps.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P005  ›  GenAI Document Intelligence for Pharma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reduction in regulatory document preparation time. Passed FDA audit with zero documentation gaps.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trial documentation spread across 10,000+ PDFs, making regulatory submission preparation extremely manual and error-prone.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Recommendation Engine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product discovery rate (2.1% click-through) on homepage and search, leading to missed upsell revenue.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collaborative + content-based filtering model using user behavior, purchase history, and product embeddings. A/B tested via feature flags.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E-Commerce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TensorFlow  ·  Redis  ·  Apache Spark  ·  AWS  ·  Elasticsearch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improved to 6.8% (3.2x baseline). $4.2M incremental revenue in Q1 post-launch.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P006  ›  E-Commerce Recommendation Engine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improved to 6.8% (3.2x baseline). $4.2M incremental revenue in Q1 post-launch.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product discovery rate (2.1% click-through) on homepage and search, leading to missed upsell revenue.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for Industrial IoT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equipment downtime costing $500K/incident across 200 manufacturing assets with no predictive capability.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 on sensor data streams using LSTM models. Edge deployment on Raspberry Pi devices with cloud aggregation on AWS IoT.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Energy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LSTM  ·  TensorFlow Lite  ·  AWS IoT  ·  InfluxDB  ·  Grafana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unplanned downtime by 67%. Saved $3.2M in Year 1 with 94% failure prediction accuracy (7-day horizon).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P007  ›  Predictive Maintenance for Industrial IoT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unplanned downtime by 67%. Saved $3.2M in Year 1 with 94% failure prediction accuracy (7-day horizon).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equipment downtime costing $500K/incident across 200 manufacturing assets with no predictive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Quality Framework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causing $1.5M in fines and 400 hours/month of manual data validation across 12 source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Great Expectations-based framework with 500+ automated tests. Integrated into Airflow DAGs with Slack alerting and lineage tracking via dbt.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 ·  Apache Airflow  ·  dbt  ·  Python  ·  Snowflake  ·  Slack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quality-related fines in 8 months post-launch. 95% reduction in manual validation effort.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P008  ›  Automated Data Quality Framework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quality-related fines in 8 months post-launch. 95% reduction in manual validation effort.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causing $1.5M in fines and 400 hours/month of manual data validation across 12 source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Sentiment Analysis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monitoring team unable to process 500K+ daily social mentions in 12 languages, missing reputation crises in real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BERT model fine-tuned on domain-specific data. Real-time pipeline via Kafka and Elasticsearch. Executive dashboard with crisis alerting.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 / Marketing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mBERT  ·  HuggingFace  ·  Apache Kafka  ·  Elasticsearch  ·  Kibana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across 12 languages with 89% sentiment accuracy. Detected 3 major brand crises within hours.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P009  ›  Multi-Language Sentiment Analysis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across 12 languages with 89% sentiment accuracy. Detected 3 major brand crises within hours.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monitoring team unable to process 500K+ daily social mentions in 12 languages, missing reputation crises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Optimization Intelligence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spend growing 40% YoY with no visibility into waste. $2.8M annual overspend identified by external audit.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cost attribution pipeline ingesting AWS Cost Explorer + Azure Cost Management. ML model predicts spend anomalies. FinOps dashboard with rightsizing recommendations.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SaaS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AWS Cost Explorer API  ·  Azure Cost Management  ·  Snowflake  ·  Tableau  ·  dbt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$1.9M in annual savings. 34% reduction in cloud spend within 3 months of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P010  ›  Cloud Cost Optimization Intelligence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Explorer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Management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$1.9M in annual savings. 34% reduction in cloud spend within 3 months of recommendations.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spend growing 40% YoY with no visibility into waste. $2.8M annual overspend identified by external audit.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HR Policy Chatbot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 fielding 3,000+ repetitive policy questions/month, with 48-hour average response time frustrating employees.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chatbot using GPT-3.5-turbo over internal HR policy documents. Integrated with Slack and MS Teams. Escalation routing to HR agents for complex queries.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Enterprise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GPT-3.5  ·  LangChain  ·  Pinecone  ·  Python  ·  Slack SDK  ·  MS Teams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Deflected 78% of HR queries. Average response time reduced from 48 hours to &lt;30 seconds. 4.6/5 employee satisfaction.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P011  ›  LLM-Powered HR Policy Chatbot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GPT-3.5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SDK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Deflected 78% of HR queries. Average response time reduced from 48 hours to &lt;30 seconds. 4.6/5 employee satisfaction.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 fielding 3,000+ repetitive policy questions/month, with 48-hour average response time frustrating employees.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for Payments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processor experiencing 0.3% fraud rate ($9M annual losses) with 800ms legacy rule engine too slow for modern transaction volumes.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ML pipeline on Apache Flink with feature store on Redis. Gradient boosting model with 50ms inference latency. Shadow mode deployment for safe rollout.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Banking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  ·  Python  ·  XGBoost  ·  Redis  ·  Apache Kafka  ·  Kubernetes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reduced to 0.07%. $7.4M annual loss prevention. P99 latency of 45ms at 50K TPS.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P012  ›  Real-Time Fraud Detection for Payments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reduced to 0.07%. $7.4M annual loss prevention. P99 latency of 45ms at 50K TPS.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processor experiencing 0.3% fraud rate ($9M annual losses) with 800ms legacy rule engine too slow for modern transaction volumes.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Target Identification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target identification taking 3–5 years, blocking early-stage pipeline with $200M+ opportunity cost.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ML model on protein interaction networks combined with literature mining via BioBERT. Prioritization scores for 10,000+ gene candidates.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/ Life Sciences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Geometric  ·  BioBERT  ·  Neo4j  ·  RDKit  ·  AWS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3 novel targets validated in lab. Reduced initial screening time from 18 months to 6 weeks.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P013  ›  Drug Discovery Target Identification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Geometric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3 novel targets validated in lab. Reduced initial screening time from 18 months to 6 weeks.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target identification taking 3–5 years, blocking early-stage pipeline with $200M+ opportunity cost.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Review Assistant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backlog causing 3-day average PR merge time, slowing release velocity and developer productivity.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code review bot integrated with GitHub PRs. Fine-tuned CodeLlama model for security vulnerability detection and style compliance.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DevOps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CodeLlama  ·  Python  ·  GitHub Actions  ·  FastAPI  ·  Docker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reduction in PR review time. Security vulnerability detection at 82% recall. 40% improvement in code quality scores.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P014  ›  Automated Code Review Assistant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CodeLlama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reduction in PR review time. Security vulnerability detection at 82% recall. 40% improvement in code quality scores.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backlog causing 3-day average PR merge time, slowing release velocity and developer productivity.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Data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siloed across 8 systems — CRM, billing, support, web analytics — preventing personalized experiences.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identity resolution pipeline using probabilistic matching. Unified customer profile in Snowflake with dbt transformation layer and real-time API for downstream apps.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Banking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·  dbt  ·  Apache Spark  ·  Python  ·  Airflow  ·  REST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profiles for 12M customers. Enabled personalization that drove 18% uplift in cross-sell conversion.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P015  ›  Customer 360 Data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profiles for 12M customers. Enabled personalization that drove 18% uplift in cross-sell conversion.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siloed across 8 systems — CRM, billing, support, web analytics — preventing personalized experiences.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Resume Screening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team manually screening 10,000+ resumes/month per role, with 72-hour time-to-shortlist frustrating hiring managers.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embeddings for semantic matching between JD and resume. Scoring pipeline with ATS integration. Bias audit module for fairness compliance.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Recruitment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Sentence-BERT  ·  HuggingFace  ·  FastAPI  ·  Workday API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Time-to-shortlist reduced from 72 hours to 4 hours. 91% hiring manager satisfaction with shortlist quality.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P016  ›  NLP-Based Resume Screening System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Time-to-shortlist reduced from 72 hours to 4 hours. 91% hiring manager satisfaction with shortlist quality.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team manually screening 10,000+ resumes/month per role, with 72-hour time-to-shortlist frustrating hiring managers.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Demand Forecasting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company over-procuring energy by 12% due to inaccurate demand forecasts, costing $15M in unnecessary contracts.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forecasting: Prophet for trend + LSTM for short-term patterns + external regressors (weather, events). Deployed on Azure ML with automated daily retraining.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Utilities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Prophet  ·  LSTM  ·  Azure ML  ·  SQL Server  ·  Power BI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improved from 83% to 96%. Annual savings of $11M in energy procurement costs.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P017  ›  Energy Demand Forecasting System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improved from 83% to 96%. Annual savings of $11M in energy procurement costs.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company over-procuring energy by 12% due to inaccurate demand forecasts, costing $15M in unnecessary contracts.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Route Optimization Engine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of 500 vehicles using static route plans, resulting in 22% excess mileage and $6M annual fuel waste.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vehicle routing with Google OR-Tools. Real-time traffic integration via HERE API. Constraint satisfaction for time windows, capacity, and driver hours.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/ Supply Chain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Google OR-Tools  ·  HERE API  ·  FastAPI  ·  PostgreSQL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reduction in total mileage. $4.8M annual fuel savings. On-time delivery improved from 84% to 97%.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P018  ›  Logistics Route Optimization Engine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reduction in total mileage. $4.8M annual fuel savings. On-time delivery improved from 84% to 97%.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of 500 vehicles using static route plans, resulting in 22% excess mileage and $6M annual fuel waste.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 Pipeline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 running weekly batch analytics on social data, missing real-time campaign performance signals.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 from Twitter/Instagram APIs via Kafka. Spark Streaming for aggregations. Near-real-time Power BI dashboard refreshing every 5 minutes.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/ Media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·  Spark Streaming  ·  Python  ·  Twitter API  ·  Azure  ·  Power BI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optimization latency reduced from 7 days to 15 minutes. 28% improvement in campaign ROI.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P019  ›  Social Media Analytics Pipeline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optimization latency reduced from 7 days to 15 minutes. 28% improvement in campaign ROI.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 running weekly batch analytics on social data, missing real-time campaign performance signals.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Classification for Radiology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reviewing 400+ chest X-rays daily with 48-hour report turnaround and 12% missed finding rate.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EfficientNet-based CNN fine-tuned on 120K labeled X-rays for 14 pathology classes. Integrated with PACS via DICOM standard. Uncertainty quantification for triage.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 ·  EfficientNet  ·  DICOM  ·  FastAPI  ·  AWS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reduced to 8 hours. Sensitivity improved to 94% (from 88%). FDA 510(k) clearance obtained.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P020  ›  Medical Image Classification for Radiology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reduced to 8 hours. Sensitivity improved to 94% (from 88%). FDA 510(k) clearance obtained.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reviewing 400+ chest X-rays daily with 48-hour report turnaround and 12% missed finding rate.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Financial Reporting Pipeline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taking 12 days with 60% time spent on manual data consolidation across 30 Excel files.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from ERP systems into Snowflake. dbt models for financial consolidation logic. Pre-built report templates in Power BI with row-level security.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·  dbt  ·  Airflow  ·  SAP ERP API  ·  Power BI  ·  Python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reduced from 12 days to 3 days. Eliminated 95% of manual effort. Zero restatements in 12 months.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P021  ›  Automated Financial Reporting Pipeline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reduced from 12 days to 3 days. Eliminated 95% of manual effort. Zero restatements in 12 months.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taking 12 days with 60% time spent on manual data consolidation across 30 Excel files.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for Banking Support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handling 50,000 monthly inquiries at $8 average cost per call. 70% of calls are repetitive balance/transaction queries.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Rasa-based conversational AI with banking core system integration. Multi-turn dialogue for account queries, fund transfers. Live agent handoff with conversation context.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/ FinTech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 ·  Python  ·  Core Banking API  ·  Redis  ·  Docker  ·  Kubernetes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65% of call volume. Annual savings of $2.8M. CSAT maintained at 4.2/5.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P022  ›  Conversational AI for Banking Support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65% of call volume. Annual savings of $2.8M. CSAT maintained at 4.2/5.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handling 50,000 monthly inquiries at $8 average cost per call. 70% of calls are repetitive balance/transaction queries.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Embedding &amp; Search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search returning irrelevant results for 35% of queries, leading to $1.2M monthly in abandoned searches.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embeddings using fine-tuned CLIP model for text+image. Semantic search index in Elasticsearch with KNN plugin. A/B testing framework for ranking experiments.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Retail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CLIP  ·  Elasticsearch  ·  FastAPI  ·  AWS S3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improved by 47%. Abandoned search rate reduced to 11%. $680K monthly revenue recovery.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P023  ›  Product Catalog Embedding &amp; Search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improved by 47%. Abandoned search rate reduced to 11%. $680K monthly revenue recovery.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search returning irrelevant results for 35% of queries, leading to $1.2M monthly in abandoned searches.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Deterioration Alerts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team missing early deterioration signals, with 22% of preventable codes occurring 6+ hours after first warning signs in vitals.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on continuous vitals stream predicts deterioration 6 hours ahead. Alert system integrated with nurse station monitors via HL7 FHIR.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LSTM  ·  TensorFlow  ·  HL7 FHIR  ·  Apache Kafka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rate improved by 41%. Preventable deterioration events reduced by 35%. IRB-approved clinical trial underway.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P024  ›  Real-Time Patient Deterioration Alerts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rate improved by 41%. Preventable deterioration events reduced by 35%. IRB-approved clinical trial underway.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team missing early deterioration signals, with 22% of preventable codes occurring 6+ hours after first warning signs in vitals.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Lakehouse Migration (On-Prem to Cloud)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on-prem Hadoop cluster (500TB) reaching end-of-life, costing $1.2M/year to maintain with 8-hour SLA for critical reports.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Lift-and-shift migration to Azure Data Lake Gen2 + Databricks. Delta Lake for ACID transactions. Spark job optimization reduced compute costs by 45%.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 Gen2  ·  Databricks  ·  Delta Lake  ·  Apache Spark  ·  dbt  ·  Terraform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costs reduced by 55%. Report SLA improved from 8 hours to 90 minutes. Zero data loss during migration.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P025  ›  Data Lakehouse Migration (On-Prem to Cloud)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 Gen2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costs reduced by 55%. Report SLA improved from 8 hours to 90 minutes. Zero data loss during migration.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on-prem Hadoop cluster (500TB) reaching end-of-life, costing $1.2M/year to maintain with 8-hour SLA for critical reports.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Sales Proposal Generator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spending 6–8 hours per proposal, with inconsistent messaging causing 40% loss rate on qualified deals.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over past winning proposals + product catalog. GPT-4 generates first-draft proposals customized to prospect industry and deal size.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/ Sales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 ·  LangChain  ·  Pinecone  ·  Python  ·  Salesforce API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creation time reduced from 8 hours to 45 minutes. Win rate improved by 18% within 2 quarters.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P026  ›  LLM-Assisted Sales Proposal Generator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creation time reduced from 8 hours to 45 minutes. Win rate improved by 18% within 2 quarters.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spending 6–8 hours per proposal, with inconsistent messaging causing 40% loss rate on qualified deals.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Demand Forecasting at SKU Level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stockout rate and 19% overstock causing $22M in lost sales and $8M in write-offs annually across 50,000 SKUs.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time-series forecasting using M5 winning approach (LightGBM + reconciliation). Integrated with SAP inventory for automated replenishment triggers.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FMCG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LightGBM  ·  Statsmodels  ·  SAP API  ·  Azure  ·  Snowflake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reduced to 9%. Overstock write-offs down 62%. $18M combined improvement in first year.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P027  ›  Inventory Demand Forecasting at SKU Level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reduced to 9%. Overstock write-offs down 62%. $18M combined improvement in first year.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stockout rate and 19% overstock causing $22M in lost sales and $8M in write-offs annually across 50,000 SKUs.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Document Extraction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 manually extracting data from 2,000+ regulatory filings/month, with 5% error rate causing audit findings.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pipeline using Google Document AI + custom NER model for entity extraction. Human-in-the-loop review for low-confidence extractions.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/ Compliance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Google Document AI  ·  spaCy  ·  FastAPI  ·  Google Cloud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reduced by 85%. Error rate reduced to 0.3%. Compliance audit findings eliminated for 2 consecutive years.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P028  ›  Automated Compliance Document Extraction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Document AI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reduced by 85%. Error rate reduced to 0.3%. Compliance audit findings eliminated for 2 consecutive years.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 manually extracting data from 2,000+ regulatory filings/month, with 5% error rate causing audit findings.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Intelligence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 ingesting 5M+ daily events with 98% false positive rate, causing alert fatigue and 4-hour mean detection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alert triage using isolation forest + UEBA behavioral models. Knowledge graph for threat correlation. SOAR integration for automated response playbooks.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Splunk  ·  Neo4j  ·  Scikit-learn  ·  Elasticsearch  ·  Docker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reduced to 12%. Mean detection time improved from 4 hours to 18 minutes. SOC capacity freed by 60%.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P029  ›  Cybersecurity Threat Intelligence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reduced to 12%. Mean detection time improved from 4 hours to 18 minutes. SOC capacity freed by 60%.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 ingesting 5M+ daily events with 98% false positive rate, causing alert fatigue and 4-hour mean detection time.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Slotting Optimization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picking efficiency at 65 lines/hour vs. industry benchmark of 120, due to poor product placement strategy.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slotting engine using order co-occurrence mining and velocity analysis. Genetic algorithm for optimal bin assignment with travel-time minimization.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/ Warehouse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DEAP (genetic algo)  ·  PostgreSQL  ·  FastAPI  ·  Power BI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rate improved to 108 lines/hour (66% improvement). Annual labor savings of $1.4M.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P030  ›  Warehouse Slotting Optimization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 (genetic algo)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rate improved to 108 lines/hour (66% improvement). Annual labor savings of $1.4M.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picking efficiency at 65 lines/hour vs. industry benchmark of 120, due to poor product placement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CDC Data Pipeline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ETL causing 4-hour data lag in analytics platform, making real-time risk dashboards impossible.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 CDC from PostgreSQL source to Kafka topics. Kafka Streams for transformation. Apache Iceberg on S3 for ACID lakehouse with sub-minute latency.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Data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  ·  Apache Kafka  ·  Kafka Streams  ·  Apache Iceberg  ·  AWS S3  ·  Trino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latency reduced from 4 hours to &lt;2 minutes. Enabled real-time risk monitoring across 8 downstream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P031  ›  Streaming CDC Data Pipeline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latency reduced from 4 hours to &lt;2 minutes. Enabled real-time risk monitoring across 8 downstream dashboards.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ETL causing 4-hour data lag in analytics platform, making real-time risk dashboards impossible.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Quality Control for Manufacturing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inspection catching only 72% of defects, with $3.5M annual cost from defective products reaching customers.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system using YOLOv8 trained on 50K labeled images. Edge deployment on NVIDIA Jetson for real-time line inspection at 200ms latency.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YOLOv8  ·  NVIDIA Jetson  ·  OpenCV  ·  FastAPI  ·  InfluxDB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rate improved from 72% to 97.3%. Customer complaints reduced by 89%. $2.9M annual savings.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P032  ›  AI-Powered Quality Control for Manufacturing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rate improved from 72% to 97.3%. Customer complaints reduced by 89%. $2.9M annual savings.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inspection catching only 72% of defects, with $3.5M annual cost from defective products reaching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losing 15% of students annually to dropout, with interventions happening too late (after grades posted).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 using LMS engagement data, attendance, and assessment scores. Random Forest model predicts at-risk students 6 weeks before exams.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Random Forest  ·  Canvas LMS API  ·  PostgreSQL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identified 6 weeks earlier. Dropout rate reduced by 28% after advisor intervention program launch.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P033  ›  Student Performance Prediction System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LMS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identified 6 weeks earlier. Dropout rate reduced by 28% after advisor intervention program launch.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losing 15% of students annually to dropout, with interventions happening too late (after grades posted).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for Enterprise Search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returning irrelevant results with no understanding of entity relationships across 500TB of internal documents.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pipeline using spaCy + custom models. Knowledge graph in Neo4j linking people, projects, clients, and technologies. GraphQL API for search.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Enterprise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spaCy  ·  Neo4j  ·  GraphQL  ·  Elasticsearch  ·  Azure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score improved by 58%. Employee time finding information reduced from 2.5 hours/day to 45 minutes.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P034  ›  Knowledge Graph for Enterprise Search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score improved by 58%. Employee time finding information reduced from 2.5 hours/day to 45 minutes.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returning irrelevant results with no understanding of entity relationships across 500TB of internal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Risk Scoring Engine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built in 2018 showing 15% performance degradation, with NPL ratio rising to 4.2% vs. industry 2.1%.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with XGBoost on enriched features including alternative data (utility payments, social). Fairness constraints via Fairlearn. Shadow deployment with champion/challenger.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/ FinTech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XGBoost  ·  Fairlearn  ·  MLflow  ·  Azure ML  ·  SQL Server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ratio reduced to 1.8%. Model AUC improved from 0.71 to 0.88. Passed RBI model governance audit.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P035  ›  Loan Default Risk Scoring Engine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ratio reduced to 1.8%. Model AUC improved from 0.71 to 0.88. Passed RBI model governance audit.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built in 2018 showing 15% performance degradation, with NPL ratio rising to 4.2% vs. industry 2.1%.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Engine for E-Commerce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pricing updated weekly, leaving $8M in annual margin on the table vs. competitors using dynamic pricing.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pricing agent trained in simulation. Deployed with guardrails for margin floors. A/B tested via Optimizely with 15-minute price update cadence.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Retail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Stable Baselines3  ·  Redis  ·  FastAPI  ·  Optimizely  ·  Snowflake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improved by 3.2 percentage points. $6.4M annual incremental margin. 99.9% uptime on 10M daily price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P036  ›  Real-Time Pricing Engine for E-Commerce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Baselines3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improved by 3.2 percentage points. $6.4M annual incremental margin. 99.9% uptime on 10M daily price decisions.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pricing updated weekly, leaving $8M in annual margin on the table vs. competitors using dynamic pricing.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Product Content Generation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team creating product descriptions for 100K+ catalog items, taking 8 minutes per product at $3 per description.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GPT-4 pipeline generating descriptions from product images + specifications. Human review workflow for brand voice compliance. Integrated with PIM system.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Marketing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GPT-4V  ·  Python  ·  FastAPI  ·  Akeneo PIM API  ·  AWS Lambda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description reduced from $3 to $0.08. Processing time from 8 minutes to 12 seconds. 96% brand compliance rate.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P037  ›  Multi-Modal Product Content Generation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Akeneo PIM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description reduced from $3 to $0.08. Processing time from 8 minutes to 12 seconds. 96% brand compliance rate.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team creating product descriptions for 100K+ catalog items, taking 8 minutes per product at $3 per description.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Implementation for Telco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team bottleneck causing 3-week average SLA for new data products, blocking 8 business domains.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architecture with domain-owned data products on GCP. Dataplex for governance. Data product contracts via OpenAPI. Central self-serve infrastructure platform.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/ Data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Dataplex  ·  BigQuery  ·  dbt  ·  Apache Kafka  ·  Terraform  ·  Python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product SLA reduced from 3 weeks to 3 days. 40+ data products launched by domain teams in first 6 months.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P038  ›  Data Mesh Implementation for Telco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Dataplex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product SLA reduced from 3 weeks to 3 days. 40+ data products launched by domain teams in first 6 months.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team bottleneck causing 3-week average SLA for new data products, blocking 8 business domains.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Analysis for Agriculture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insurer manually assessing crop damage claims, with 45-day settlement time and 8% fraudulent claim rate.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analyzing Sentinel-2 satellite imagery for crop stress detection. Change detection pre/post-event for loss quantification. Automated claim pre-assessment.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/ GeoSpatial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 ·  Sentinel-2 API  ·  GDAL  ·  Google Earth Engine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settlement time reduced from 45 days to 5 days. Fraud detection at 76% accuracy. $12M in fraudulent claims prevented.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P039  ›  Satellite Imagery Analysis for Agriculture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settlement time reduced from 45 days to 5 days. Fraud detection at 76% accuracy. $12M in fraudulent claims prevented.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insurer manually assessing crop damage claims, with 45-day settlement time and 8% fraudulent claim rate.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Voice-of-Customer Analytics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arriving through 6 channels (email, chat, NPS, reviews, calls, social) with no unified analysis capability.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NLP pipeline with topic modeling (BERTopic), sentiment analysis, and complaint classification. Executive CX dashboard with drill-down to verbatim.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 / CX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BERTopic  ·  HuggingFace  ·  Apache Kafka  ·  Elasticsearch  ·  Tableau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customer view across 6 channels. Identified top 3 product issues driving 40% of negative NPS. NPS improved 12 points in 6 months.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P040  ›  Voice-of-Customer Analytics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customer view across 6 channels. Identified top 3 product issues driving 40% of negative NPS. NPS improved 12 points in 6 months.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arriving through 6 channels (email, chat, NPS, reviews, calls, social) with no unified analysis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Blockchain-Backed Supply Chain Traceability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facing regulatory scrutiny on food sourcing claims with no immutable audit trail across 200+ global suppliers.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private blockchain for provenance tracking. IoT sensors at key checkpoints. QR code consumer-facing transparency portal.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 / Supply Chain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 ·  Node.js  ·  Python  ·  IoT Sensors  ·  React  ·  AWS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farm-to-shelf traceability for 85% of SKUs. Passed two FDA and EU regulatory audits. Consumer trust score +22 points.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P041  ›  Blockchain-Backed Supply Chain Traceability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farm-to-shelf traceability for 85% of SKUs. Passed two FDA and EU regulatory audits. Consumer trust score +22 points.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facing regulatory scrutiny on food sourcing claims with no immutable audit trail across 200+ global suppliers.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Algorithmic Trading Backtester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team spending 3 weeks per strategy backtest due to fragmented tooling and no vectorized computation layer.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backtesting engine using Numba-accelerated vectorized operations. Walk-forward validation, transaction cost modeling, risk metrics library.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Capital Markets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Numba  ·  Pandas  ·  Redis  ·  FastAPI  ·  InfluxDB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time reduced from 3 weeks to 4 hours. Enabled 10x more strategy iterations per quarter. 3 live strategies launched.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P042  ›  Automated Algorithmic Trading Backtester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time reduced from 3 weeks to 4 hours. Enabled 10x more strategy iterations per quarter. 3 live strategies launched.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team spending 3 weeks per strategy backtest due to fragmented tooling and no vectorized computation layer.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for Adaptive Learning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platform with 20% course completion rate due to one-size-fits-all content delivery and no personalized feedback.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 using Deep Knowledge Tracing (DKT) to model student mastery. LLM for personalized hint generation. Adaptive content sequencing engine.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 ·  OpenAI API  ·  FastAPI  ·  React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rate improved from 20% to 51%. Assessment scores improved 23% on average. NPS score: 72.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P043  ›  AI Tutor for Adaptive Learning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rate improved from 20% to 51%. Assessment scores improved 23% on average. NPS score: 72.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platform with 20% course completion rate due to one-size-fits-all content delivery and no personalized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Sports Analytics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team using 48-hour delayed match statistics, unable to deliver live data-driven insights during telecasts.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tracking system using YOLOv8 for player/ball tracking. Real-time event detection pipeline. Low-latency broadcast graphics integration.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/ Media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YOLOv8  ·  OpenCV  ·  Apache Kafka  ·  FastAPI  ·  WebSocket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statistics with &lt;500ms latency. Player tracking accuracy 94%. Integrated with 3 major broadcast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P044  ›  Real-Time Sports Analytics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statistics with &lt;500ms latency. Player tracking accuracy 94%. Integrated with 3 major broadcast networks.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team using 48-hour delayed match statistics, unable to deliver live data-driven insights during telecasts.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Base with RAG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team answering same 500 questions repeatedly, with new engineers taking 3 months to become productive.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indexing 10K+ internal documents (wikis, SOPs, tickets). Semantic chunking with parent-child retrieval. Confidence scoring and human escalation.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Enterprise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 ·  LlamaIndex  ·  Weaviate  ·  Python  ·  Confluence API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deflection at 71%. New engineer ramp-up time reduced from 3 months to 5 weeks. $890K annual support cost savings.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P045  ›  Enterprise Knowledge Base with RAG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deflection at 71%. New engineer ramp-up time reduced from 3 months to 5 weeks. $890K annual support cost savings.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team answering same 500 questions repeatedly, with new engineers taking 3 months to become productive.</a:t>
            </a:r>
            <a:endParaRPr lang="en-US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Readmission Risk Prediction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facing CMS penalties for 30-day readmission rates 1.8% above national benchmark, risking $4.2M in reimbursement reduction.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 (LightGBM + logistic regression for interpretability) using EHR data. SHAP explanations for clinician trust. Daily risk score integration with discharge workflow.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LightGBM  ·  SHAP  ·  FHIR API  ·  PostgreSQL  ·  Tableau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 reduced 22%. Avoided $3.1M in CMS penalties. Adopted across 4 hospital campuses.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P046  ›  Patient Readmission Risk Prediction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 reduced 22%. Avoided $3.1M in CMS penalties. Adopted across 4 hospital campuses.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facing CMS penalties for 30-day readmission rates 1.8% above national benchmark, risking $4.2M in reimbursement reduction.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Crime Prediction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department reactive to crime with no data-driven patrol allocation, resulting in 20% under-patrolling of high-risk areas.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ML model using historical crime data, socioeconomic features, and weather. Risk heatmap updated every 4 hours. Privacy-preserving design reviewed by ethics board.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/ Government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GeoPandas  ·  XGBoost  ·  PostGIS  ·  Folium  ·  FastAPI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area patrol coverage improved by 35%. Property crime reduced 14% in pilot zones. Ethics board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P047  ›  Geospatial Crime Prediction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area patrol coverage improved by 35%. Property crime reduced 14% in pilot zones. Ethics board approved.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department reactive to crime with no data-driven patrol allocation, resulting in 20% under-patrolling of high-risk areas.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Invoice Processing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team manually processing 15,000 invoices/month at $8 per invoice, with 6-day average processing time and 3% error rate.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pipeline using LayoutLM for structured extraction from PDFs and scanned documents. Automated matching with PO system. Exception routing for human review.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Operations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LayoutLM  ·  HuggingFace  ·  SAP AP API  ·  Azure Form Recognizer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invoice reduced from $8 to $0.80. Processing time from 6 days to 4 hours. Error rate reduced to 0.4%.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P048  ›  Automated Invoice Processing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AP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Form Recognizer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invoice reduced from $8 to $0.80. Processing time from 6 days to 4 hours. Error rate reduced to 0.4%.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team manually processing 15,000 invoices/month at $8 per invoice, with 6-day average processing time and 3% error rate.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Catalog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data assets with no lineage documentation, causing 6-week average onboarding for new data consumers and recurring compliance issues.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Atlas for data catalog with automated metadata harvesting from Snowflake, Databricks, and Airflow. Business glossary with stewardship workflow.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/ Data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Atlas  ·  Python  ·  Snowflake  ·  Databricks  ·  Apache Airflow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metadata coverage for critical assets. Onboarding time reduced from 6 weeks to 3 days. Zero compliance findings related to lineage.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P049  ›  Data Governance &amp; Catalog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Atlas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metadata coverage for critical assets. Onboarding time reduced from 6 weeks to 3 days. Zero compliance findings related to lineage.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data assets with no lineage documentation, causing 6-week average onboarding for new data consumers and recurring compliance issues.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Prediction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 allocated equally across all customers, wasting $3.2M annually on low-value segments with high acquisition cost.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+ Gamma-Gamma model for transaction-based CLV. Segmentation into value tiers. Integration with marketing automation for budget allocation rules.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Subscription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Lifetimes library  ·  Scikit-learn  ·  Snowflake  ·  dbt  ·  Braze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 improved 34%. LTV prediction MAPE of 12% at 12-month horizon. $1.8M reallocation to high-value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P050  ›  Customer Lifetime Value Prediction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Lifetimes library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Braze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 improved 34%. LTV prediction MAPE of 12% at 12-month horizon. $1.8M reallocation to high-value segments.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 allocated equally across all customers, wasting $3.2M annually on low-value segments with high acquisition cost.</a:t>
            </a:r>
            <a:endParaRPr lang="en-US" sz="11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Meeting Summarization Tool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spending 4+ hours/week writing meeting notes and follow-ups, with 40% of action items lost within 24 hours.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for transcription + GPT-4 for structured summary extraction (decisions, actions, owners). Integrated with Zoom, MS Teams, and calendar systems.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Productivity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 ·  GPT-4  ·  Python  ·  Zoom SDK  ·  MS Teams API  ·  FastAPI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 creation time reduced from 45 min to 2 min. Action item follow-through rate improved from 60% to 91%.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P051  ›  AI-Powered Meeting Summarization Tool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SDK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 creation time reduced from 45 min to 2 min. Action item follow-through rate improved from 60% to 91%.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spending 4+ hours/week writing meeting notes and follow-ups, with 40% of action items lost within 24 hours.</a:t>
            </a:r>
            <a:endParaRPr lang="en-US" sz="11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Emissions Monitoring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company unable to meet ESG reporting requirements due to fragmented Scope 1, 2, and 3 emissions data across 30 facilities.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pipeline from IoT sensors, utility APIs, and supply chain systems. Automated Scope 1/2/3 calculation per GHG Protocol. CDP/GRI reporting templates.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Sustainability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Apache Airflow  ·  Snowflake  ·  dbt  ·  Power BI  ·  IoT Hub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ESG reporting compliance achieved. Carbon intensity reduced 12% through identified optimization opportunities. CDP B rating achieved.</a:t>
            </a:r>
            <a:endParaRPr lang="en-US" sz="11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P052  ›  Carbon Emissions Monitoring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Hub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ESG reporting compliance achieved. Carbon intensity reduced 12% through identified optimization opportunities. CDP B rating achieved.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company unable to meet ESG reporting requirements due to fragmented Scope 1, 2, and 3 emissions data across 30 facilities.</a:t>
            </a:r>
            <a:endParaRPr lang="en-US" sz="11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NER-Based Clinical Trial Matching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patient-to-trial matching taking 3–4 weeks per patient with only 12% enrollment rate on eligible candidates.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pipeline extracting eligibility criteria from ClinicalTrials.gov. NER model for patient record extraction. Automated matching with explainability report.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Pharma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spaCy  ·  MedSpaCy  ·  BERT  ·  PostgreSQL  ·  FastAPI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time reduced from 4 weeks to 2 days. Trial enrollment improved from 12% to 38%. Used across 5 hospital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P053  ›  NER-Based Clinical Trial Matching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MedSpaCy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time reduced from 4 weeks to 2 days. Trial enrollment improved from 12% to 38%. Used across 5 hospital networks.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patient-to-trial matching taking 3–4 weeks per patient with only 12% enrollment rate on eligible candidates.</a:t>
            </a:r>
            <a:endParaRPr lang="en-US" sz="11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Retail Analytics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Brick-and-mortar retailer with no in-store behavior analytics, unable to optimize layout, staffing, or product placement.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system using store cameras for footfall heatmaps, dwell time, and conversion funnel. Privacy-preserving (no facial recognition). Dashboard for store ops.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OpenCV  ·  YOLOv8  ·  Apache Kafka  ·  InfluxDB  ·  Grafana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layout optimized based on heatmaps — 19% uplift in high-margin product sales. Staffing efficiency improved 15%.</a:t>
            </a:r>
            <a:endParaRPr lang="en-US" sz="11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P054  ›  Multimodal Retail Analytics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layout optimized based on heatmaps — 19% uplift in high-margin product sales. Staffing efficiency improved 15%.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Brick-and-mortar retailer with no in-store behavior analytics, unable to optimize layout, staffing, or product placement.</a:t>
            </a:r>
            <a:endParaRPr lang="en-US" sz="11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Orchestration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managing 50+ ML models in production with no centralized monitoring, causing silent model degradation and alert fatigue.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MLOps platform on Kubernetes with MLflow for experiment tracking, Evidently AI for drift detection, and custom alerting. Model registry with approval workflows.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MLOps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MLflow  ·  Evidently AI  ·  Python  ·  Prometheus  ·  Grafana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production models monitored. 5 drift events caught proactively (vs. 0 previously). 30% reduction in model maintenance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P055  ›  ML Pipeline Orchestration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production models monitored. 5 drift events caught proactively (vs. 0 previously). 30% reduction in model maintenance overhead.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managing 50+ ML models in production with no centralized monitoring, causing silent model degradation and alert fatigue.</a:t>
            </a:r>
            <a:endParaRPr lang="en-US" sz="11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Case Outcome Prediction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firm's case assessment process taking 15+ hours per case with high subjectivity and 35% variance between senior partners.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on 50K historical case documents. Fine-tuned Legal-BERT for outcome prediction with SHAP explanations. Calibrated probability scores for settlement strategy.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Government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Legal-BERT  ·  HuggingFace  ·  SHAP  ·  FastAPI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assessment time reduced from 15 hours to 2 hours. Prediction AUC 0.82. Settlement recommendation accuracy 73%.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P056  ›  Legal Case Outcome Prediction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Legal-BERT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assessment time reduced from 15 hours to 2 hours. Prediction AUC 0.82. Settlement recommendation accuracy 73%.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firm's case assessment process taking 15+ hours per case with high subjectivity and 35% variance between senior partners.</a:t>
            </a:r>
            <a:endParaRPr lang="en-US" sz="11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A/B Testing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running 3–4 A/B tests simultaneously with manual p-value calculation and no guardrail metrics, causing $500K in regressions.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experimentation platform with Bayesian sequential testing, automatic sample size calculation, and guardrail metric monitoring. Integrated with product analytics.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Product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PostgreSQL  ·  React  ·  Snowflake  ·  Airflow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velocity increased from 4 to 25 concurrent experiments. Regressions eliminated by guardrail system. $2.1M in experiment-driven improvements.</a:t>
            </a:r>
            <a:endParaRPr lang="en-US" sz="11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P057  ›  Automated A/B Testing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velocity increased from 4 to 25 concurrent experiments. Regressions eliminated by guardrail system. $2.1M in experiment-driven improvements.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running 3–4 A/B tests simultaneously with manual p-value calculation and no guardrail metrics, causing $500K in regressions.</a:t>
            </a:r>
            <a:endParaRPr lang="en-US" sz="11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Procurement Analytics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 negotiating vendor contracts without spend analytics, paying 12–18% above benchmark prices across $200M in annual spend.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analytics pipeline consolidating 8 ERP systems. Price benchmarking using external market data. Supplier risk scoring with news sentiment analysis.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Procurement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Snowflake  ·  dbt  ·  Airflow  ·  Power BI  ·  News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$24M in savings opportunities. Achieved 8.4% average price reduction in renegotiations. Supplier risk visibility for top 200 vendors.</a:t>
            </a:r>
            <a:endParaRPr lang="en-US" sz="11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P058  ›  Intelligent Procurement Analytics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$24M in savings opportunities. Achieved 8.4% average price reduction in renegotiations. Supplier risk visibility for top 200 vendors.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 negotiating vendor contracts without spend analytics, paying 12–18% above benchmark prices across $200M in annual spend.</a:t>
            </a:r>
            <a:endParaRPr lang="en-US" sz="11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Crop Disease Detection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in developing regions losing 30–40% of crop yield to preventable diseases due to no access to expert agronomists.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app with offline CNN model (MobileNetV3) detecting 26 crop diseases from photos. Edge deployment for areas with no connectivity. Hindi/Swahili multilingual UI.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/ GovTech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TensorFlow Lite  ·  MobileNetV3  ·  React Native  ·  Firebase  ·  AWS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120K+ farmers across 3 countries. Disease detection accuracy 91%. Average yield loss reduced from 35% to 12%.</a:t>
            </a:r>
            <a:endParaRPr lang="en-US" sz="11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P059  ›  Autonomous Crop Disease Detection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120K+ farmers across 3 countries. Disease detection accuracy 91%. Average yield loss reduced from 35% to 12%.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in developing regions losing 30–40% of crop yield to preventable diseases due to no access to expert agronomists.</a:t>
            </a:r>
            <a:endParaRPr lang="en-US" sz="11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Operations Data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leaders making decisions from 3 disconnected dashboards (CRM, billing, marketing) with 3-day data lag and 15% discrepancy in reported MRR.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RevOps data model in Snowflake combining Salesforce, Stripe, HubSpot, and Mixpanel. Single source of truth for ARR, churn, NRR, and pipeline metrics.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/ RevOps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·  dbt  ·  Fivetran  ·  Salesforce  ·  Stripe API  ·  Looker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MRR source of truth with zero reconciliation issues. Real-time pipeline visibility. Reduced board reporting prep from 3 days to 2 hours.</a:t>
            </a:r>
            <a:endParaRPr lang="en-US" sz="11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P060  ›  Revenue Operations Data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Fivetran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MRR source of truth with zero reconciliation issues. Real-time pipeline visibility. Reduced board reporting prep from 3 days to 2 hours.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leaders making decisions from 3 disconnected dashboards (CRM, billing, marketing) with 3-day data lag and 15% discrepancy in reported MRR.</a:t>
            </a:r>
            <a:endParaRPr lang="en-US" sz="11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Analytics Assistant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blocked on data team queue (5-day wait) for SQL queries, slowing time-to-insight across 12 business units.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text-to-SQL system using schema-aware prompting. Query validation layer to prevent dangerous mutations. Self-correcting mechanism for failed queries.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Analytics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 ·  Python  ·  Snowflake  ·  FastAPI  ·  React  ·  LangChain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analytical queries now self-served. Data team queue reduced by 70%. Business analyst productivity +4 hours/week.</a:t>
            </a:r>
            <a:endParaRPr lang="en-US" sz="11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P061  ›  Text-to-SQL Analytics Assistant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analytical queries now self-served. Data team queue reduced by 70%. Business analyst productivity +4 hours/week.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blocked on data team queue (5-day wait) for SQL queries, slowing time-to-insight across 12 business units.</a:t>
            </a:r>
            <a:endParaRPr lang="en-US" sz="11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Telematics &amp; Driver Scoring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insurer pricing all drivers identically despite 5x variance in risk, leading to adverse selection and 22% loss ratio.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pipeline ingesting GPS, accelerometer, and braking data. Driver risk scoring with explainable features. Usage-based insurance pricing API.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/ Insurance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Apache Kafka  ·  InfluxDB  ·  XGBoost  ·  FastAPI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risk prediction AUC 0.84. Loss ratio improved from 22% to 14%. Enabled 15% premium discount for low-risk drivers.</a:t>
            </a:r>
            <a:endParaRPr lang="en-US" sz="11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P062  ›  Fleet Telematics &amp; Driver Scoring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risk prediction AUC 0.84. Loss ratio improved from 22% to 14%. Enabled 15% premium discount for low-risk drivers.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insurer pricing all drivers identically despite 5x variance in risk, leading to adverse selection and 22% loss ratio.</a:t>
            </a:r>
            <a:endParaRPr lang="en-US" sz="11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Drug Interaction Checker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Pharmacists manually checking drug interactions for 200+ combinations per shift, with 2.3% missed interaction rate causing adverse events.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of 15K drug interactions from DrugBank + FDA data. LLM-augmented explanation for clinical context. Integrated with hospital pharmacy system.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/ Healthcare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Neo4j  ·  OpenAI API  ·  FastAPI  ·  React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interaction rate reduced to 0.1%. Alert fatigue reduced by 60% through severity scoring. Deployed across 12 hospital pharmacies.</a:t>
            </a:r>
            <a:endParaRPr lang="en-US" sz="11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P063  ›  AI-Assisted Drug Interaction Checker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interaction rate reduced to 0.1%. Alert fatigue reduced by 60% through severity scoring. Deployed across 12 hospital pharmacies.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Pharmacists manually checking drug interactions for 200+ combinations per shift, with 2.3% missed interaction rate causing adverse events.</a:t>
            </a:r>
            <a:endParaRPr lang="en-US" sz="11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News Feed Ranking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platform with 12% daily active user retention vs. industry 28%, due to non-personalized content feed surfacing irrelevant articles.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Two-tower neural network for user-article matching. Thompson Sampling exploration for new content. Real-time feature store on Redis for sub-50ms recommendations.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Publishing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TensorFlow  ·  Redis  ·  Apache Kafka  ·  BigQuery  ·  Kubernetes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retention improved from 12% to 21%. Session length increased 34%. Article click-through improved from 3.1% to 7.8%.</a:t>
            </a:r>
            <a:endParaRPr lang="en-US" sz="11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P064  ›  Personalized News Feed Ranking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retention improved from 12% to 21%. Session length increased 34%. Article click-through improved from 3.1% to 7.8%.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platform with 12% daily active user retention vs. industry 28%, due to non-personalized content feed surfacing irrelevant articles.</a:t>
            </a:r>
            <a:endParaRPr lang="en-US" sz="11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Tax Compliance Engine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compliance team spending 2,000+ hours/year on indirect tax calculations across 40 jurisdictions, with $800K in penalty exposure.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with NLP-based tax code parsing. Automated VAT/GST calculation integrated with billing system. Audit trail generation and jurisdiction-specific filing.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RegTech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spaCy  ·  FastAPI  ·  PostgreSQL  ·  Stripe Tax API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calculation time reduced from 2,000 hours to 40 hours/year. Zero compliance penalties for 18 months post-launch.</a:t>
            </a:r>
            <a:endParaRPr lang="en-US" sz="11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P065  ›  Automated Tax Compliance Engine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Tax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calculation time reduced from 2,000 hours to 40 hours/year. Zero compliance penalties for 18 months post-launch.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compliance team spending 2,000+ hours/year on indirect tax calculations across 40 jurisdictions, with $800K in penalty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Event Classification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team manually classifying 5,000+ seismic events/day, with 6-hour classification lag delaying drilling decisions.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trained on seismic waveform data for event classification (earthquake vs. noise vs. blast). AutoML hyperparameter optimization. Real-time streaming inference.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O&amp;G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TensorFlow  ·  1D CNN  ·  Apache Kafka  ·  InfluxDB  ·  Grafana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96.4%. Processing time from 6 hours to real-time. Enabled $8M drilling decision made 2 days faster.</a:t>
            </a:r>
            <a:endParaRPr lang="en-US" sz="11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P066  ›  Seismic Event Classification System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96.4%. Processing time from 6 hours to real-time. Enabled $8M drilling decision made 2 days faster.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team manually classifying 5,000+ seismic events/day, with 6-hour classification lag delaying drilling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Personalization Engine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using 4 static customer segments built 3 years ago, resulting in 1.2% email CTR vs. industry 4.5% benchmark.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(UMAP + HDBSCAN) on behavioral and transactional data yielding 22 micro-segments. Automated journey orchestration per segment.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Banking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UMAP  ·  HDBSCAN  ·  Scikit-learn  ·  Snowflake  ·  Braze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CTR improved from 1.2% to 4.1%. Campaign revenue uplift 28%. Segment refresh now automated weekly vs. annually.</a:t>
            </a:r>
            <a:endParaRPr lang="en-US" sz="11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P067  ›  Customer Segmentation &amp; Personalization Engine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CTR improved from 1.2% to 4.1%. Campaign revenue uplift 28%. Segment refresh now automated weekly vs. annually.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using 4 static customer segments built 3 years ago, resulting in 1.2% email CTR vs. industry 4.5% benchmark.</a:t>
            </a:r>
            <a:endParaRPr lang="en-US" sz="11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Data Lakehouse on AWS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 running $800K/month in always-on EMR clusters for analytical workloads that run 6 hours/day.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serverless stack: S3 + Iceberg tables + Athena for query + Step Functions for orchestration. EMR Serverless for Spark jobs. Cost tagging via resource groups.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Streaming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 ·  Apache Iceberg  ·  Amazon Athena  ·  AWS Step Functions  ·  EMR Serverless  ·  Terraform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reduced from $800K to $190K/month (76% reduction). Query performance improved 2.3x. Zero idle compute waste.</a:t>
            </a:r>
            <a:endParaRPr lang="en-US" sz="11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P068  ›  Serverless Data Lakehouse on AWS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Serverless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reduced from $800K to $190K/month (76% reduction). Query performance improved 2.3x. Zero idle compute waste.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 running $800K/month in always-on EMR clusters for analytical workloads that run 6 hours/day.</a:t>
            </a:r>
            <a:endParaRPr lang="en-US" sz="11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for Model Training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team unable to share training data across team boundaries due to PII regulations, blocking model development for 3 high-priority projects.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CTGAN-based tabular synthetic data generator with statistical fidelity tests. Privacy guarantees via differential privacy. Automated fitness-for-purpose evaluation.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Healthcare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CTGAN  ·  SDV Library  ·  TensorFlow Privacy  ·  Great Expectations  ·  FastAPI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blocked ML projects unblocked within 2 weeks of synthetic data availability. Statistical fidelity &gt;95% vs. real data.</a:t>
            </a:r>
            <a:endParaRPr lang="en-US" sz="11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P069  ›  Synthetic Data Generation for Model Training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 Library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Privacy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blocked ML projects unblocked within 2 weeks of synthetic data availability. Statistical fidelity &gt;95% vs. real data.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team unable to share training data across team boundaries due to PII regulations, blocking model development for 3 high-priority projects.</a:t>
            </a:r>
            <a:endParaRPr lang="en-US" sz="11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Incident Management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triaging 2,000+ monthly incidents manually, with 35-minute average MTTA and frequent misrouting to wrong teams.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classification for automatic incident routing (92% accuracy). Similar incident retrieval via FAISS for suggested resolutions. Auto-escalation based on severity prediction.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ITSM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DistilBERT  ·  FAISS  ·  FastAPI  ·  ServiceNow API  ·  Elasticsearch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MTTA reduced from 35 to 8 minutes. Misrouting reduced by 89%. 34% of incidents auto-resolved via suggested fixes.</a:t>
            </a:r>
            <a:endParaRPr lang="en-US" sz="11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P070  ›  Intelligent Incident Management System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MTTA reduced from 35 to 8 minutes. Misrouting reduced by 89%. 34% of incidents auto-resolved via suggested fixes.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triaging 2,000+ monthly incidents manually, with 35-minute average MTTA and frequent misrouting to wrong teams.</a:t>
            </a:r>
            <a:endParaRPr lang="en-US" sz="11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Water Management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system over-watering crops by 35% due to fixed schedules, wasting $400K/year in water and reducing yield quality.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soil moisture sensor network with LSTM model for irrigation scheduling. Integration with weather API for forecast-based planning. Mobile app for farmer alerts.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/ IoT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LSTM  ·  MQTT  ·  AWS IoT  ·  InfluxDB  ·  React Native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reduced by 31%. Crop yield quality improved 14%. ROI payback period 8 months.</a:t>
            </a:r>
            <a:endParaRPr lang="en-US" sz="11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P071  ›  Precision Agriculture Water Management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reduced by 31%. Crop yield quality improved 14%. ROI payback period 8 months.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system over-watering crops by 35% due to fixed schedules, wasting $400K/year in water and reducing yield quality.</a:t>
            </a:r>
            <a:endParaRPr lang="en-US" sz="11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Monitoring for Trading Desk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desk running end-of-day batch VaR calculations with no intraday risk visibility, exposing firm to undetected intraday limit breaches.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risk calculation engine on Apache Flink processing 50K trades/second. Real-time P&amp;L attribution and Greeks calculation. Breach alerting with trader dashboards.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  ·  Python  ·  Redis  ·  Apache Kafka  ·  Grafana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VaR calculation with 200ms latency. 3 intraday limit breaches caught in first month (none before). Regulatory compliance achieved.</a:t>
            </a:r>
            <a:endParaRPr lang="en-US" sz="11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P072  ›  Real-Time Risk Monitoring for Trading Desk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VaR calculation with 200ms latency. 3 intraday limit breaches caught in first month (none before). Regulatory compliance achieved.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desk running end-of-day batch VaR calculations with no intraday risk visibility, exposing firm to undetected intraday limit breaches.</a:t>
            </a:r>
            <a:endParaRPr lang="en-US" sz="11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Commerce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WhatsApp-heavy customer base (60% prefer WhatsApp for support) unable to complete purchases in-channel, causing 35% drop-off.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integration with product catalog, cart management, and payment flow. LLM-powered natural language order handling with human fallback.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Retail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WhatsApp Business API  ·  LangChain  ·  FastAPI  ·  Stripe API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In-WhatsApp purchase conversion: 14%. $2.1M monthly GMV through WhatsApp channel. Cart abandonment reduced 45%.</a:t>
            </a:r>
            <a:endParaRPr lang="en-US" sz="11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P073  ›  Conversational Commerce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In-WhatsApp purchase conversion: 14%. $2.1M monthly GMV through WhatsApp channel. Cart abandonment reduced 45%.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WhatsApp-heavy customer base (60% prefer WhatsApp for support) unable to complete purchases in-channel, causing 35% drop-off.</a:t>
            </a:r>
            <a:endParaRPr lang="en-US" sz="11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Model Risk Framework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deploying 30+ ML models without standardized risk assessment, creating regulatory exposure ahead of SR 11-7 audit.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 platform with automated bias testing (Fairlearn), explainability reports (SHAP/LIME), performance monitoring, and approval workflow.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/ Risk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Fairlearn  ·  SHAP  ·  LIME  ·  MLflow  ·  React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models documented and risk-rated. SR 11-7 audit passed with no findings. Model deployment SLA standardized to 2 weeks.</a:t>
            </a:r>
            <a:endParaRPr lang="en-US" sz="11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P074  ›  AI Governance &amp; Model Risk Framework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322576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322576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232257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models documented and risk-rated. SR 11-7 audit passed with no findings. Model deployment SLA standardized to 2 weeks.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deploying 30+ ML models without standardized risk assessment, creating regulatory exposure ahead of SR 11-7 audit.</a:t>
            </a:r>
            <a:endParaRPr lang="en-US" sz="11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Customer Support Automation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handling queries in 18 languages with 12-hour SLA, requiring expensive human agents in each region.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RAG system using mT5 embeddings over localized FAQ knowledge base. LLM response generation with tone calibration per culture. 8-language live agent handoff.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/ Hospitality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mT5  ·  HuggingFace  ·  LangChain  ·  Zendesk API  ·  FastAPI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18-language support with &lt;5 minute SLA. 72% automation rate. Human agent cost reduced by $1.8M annually.</a:t>
            </a:r>
            <a:endParaRPr lang="en-US" sz="11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P075  ›  Multilingual Customer Support Automation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18-language support with &lt;5 minute SLA. 72% automation rate. Human agent cost reduced by $1.8M annually.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handling queries in 18 languages with 12-hour SLA, requiring expensive human agents in each region.</a:t>
            </a:r>
            <a:endParaRPr lang="en-US" sz="11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for Smart Grid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detecting energy theft and meter tampering via manual inspections, catching only 15% of incidents at $2M annual loss.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LSTM autoencoder for consumption pattern anomaly detection. Alert prioritization using risk scoring. Integration with field service dispatch system.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Utilities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LSTM  ·  Apache Kafka  ·  PostgreSQL  ·  Power BI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theft detection improved from 15% to 71%. $1.4M annual loss recovered. 90% reduction in false positive field dispatches.</a:t>
            </a:r>
            <a:endParaRPr lang="en-US" sz="11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P076  ›  Anomaly Detection for Smart Grid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theft detection improved from 15% to 71%. $1.4M annual loss recovered. 90% reduction in false positive field dispatches.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detecting energy theft and meter tampering via manual inspections, catching only 15% of incidents at $2M annual loss.</a:t>
            </a:r>
            <a:endParaRPr lang="en-US" sz="11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Lead Scoring &amp; Intent Prediction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working all inbound leads equally, with 80% of deals closed from 20% of leads — but no way to identify which 20%.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 on firmographic, behavioral, and intent data (G2, Bombora). Real-time scoring via webhook into Salesforce. SDR prioritization dashboard.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/ Marketing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XGBoost  ·  Salesforce API  ·  Bombora API  ·  FastAPI  ·  Snowflake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Lead-to-opportunity conversion improved 2.4x for top-scored leads. SDR capacity freed by 30%. $3.8M incremental pipeline in Q1.</a:t>
            </a:r>
            <a:endParaRPr lang="en-US" sz="11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P077  ›  B2B Lead Scoring &amp; Intent Prediction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Bombora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Lead-to-opportunity conversion improved 2.4x for top-scored leads. SDR capacity freed by 30%. $3.8M incremental pipeline in Q1.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working all inbound leads equally, with 80% of deals closed from 20% of leads — but no way to identify which 20%.</a:t>
            </a:r>
            <a:endParaRPr lang="en-US" sz="11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Redaction &amp; PII Masking Pipeline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team manually redacting PII from 50,000 documents/month at $12/doc, with 4.2% missed PII rate creating legal liability.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PII detection using ensemble of spaCy NER + Presidio. Confidence-based auto-redaction with human review for low-confidence entities. Audit-ready redaction log.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Compliance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spaCy  ·  Microsoft Presidio  ·  FastAPI  ·  Azure Blob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cost reduced from $12 to $0.45/doc. Missed PII rate reduced to 0.08%. 180K documents processed in first 3 months.</a:t>
            </a:r>
            <a:endParaRPr lang="en-US" sz="11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P078  ›  Document Redaction &amp; PII Masking Pipeline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cost reduced from $12 to $0.45/doc. Missed PII rate reduced to 0.08%. 180K documents processed in first 3 months.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team manually redacting PII from 50,000 documents/month at $12/doc, with 4.2% missed PII rate creating legal 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Risk Analytics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(22% annually) among senior engineers with no early warning capability, resulting in $1.2M average replacement cost per senior hire.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 model using Kaplan-Meier + Cox proportional hazards on HR data. Individual risk scores with SHAP-based retention intervention recommendations.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Enterprise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Lifelines  ·  SHAP  ·  Snowflake  ·  dbt  ·  Tableau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engineers identified 3–4 months in advance. Attrition reduced from 22% to 14% with targeted interventions. $4.8M annual savings.</a:t>
            </a:r>
            <a:endParaRPr lang="en-US" sz="11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P079  ›  HR Attrition Risk Analytics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engineers identified 3–4 months in advance. Attrition reduced from 22% to 14% with targeted interventions. $4.8M annual savings.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(22% annually) among senior engineers with no early warning capability, resulting in $1.2M average replacement cost per senior hire.</a:t>
            </a:r>
            <a:endParaRPr lang="en-US" sz="11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News Credibility Checker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aggregator platform failing to filter misinformation, resulting in 8% of content flagged by users as potentially false.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verification pipeline: NLP claim extraction → web search → cross-reference against trusted sources → credibility score via ensemble classifier.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Trust &amp; Safety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OpenAI API  ·  Google Search API  ·  FastAPI  ·  PostgreSQL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rate reduced from 8% to 1.2%. 94% precision on credibility scoring. 0 PR incidents in 9 months post-launch.</a:t>
            </a:r>
            <a:endParaRPr lang="en-US" sz="11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P080  ›  AI-Powered News Credibility Checker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rate reduced from 8% to 1.2%. 94% precision on credibility scoring. 0 PR incidents in 9 months post-launch.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aggregator platform failing to filter misinformation, resulting in 8% of content flagged by users as potentially false.</a:t>
            </a:r>
            <a:endParaRPr lang="en-US" sz="11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Inspection Scheduler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managing 8,000 road and bridge assets with fixed 2-year inspection cycles, missing critical deterioration events between cycles.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 inspection scheduling using deterioration models. Satellite imagery change detection for early warning. Risk-prioritized maintenance scheduling.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Government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Google Earth Engine  ·  PostGIS  ·  FastAPI  ·  React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deterioration detected 14 months earlier on average. Maintenance budget efficiency improved 28%. 0 infrastructure incidents in pilot area.</a:t>
            </a:r>
            <a:endParaRPr lang="en-US" sz="11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P081  ›  Predictive Asset Inspection Scheduler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deterioration detected 14 months earlier on average. Maintenance budget efficiency improved 28%. 0 infrastructure incidents in pilot area.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managing 8,000 road and bridge assets with fixed 2-year inspection cycles, missing critical deterioration events between cycles.</a:t>
            </a:r>
            <a:endParaRPr lang="en-US" sz="11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Translation for Global Support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support platform serving 60 countries using human translators with $1.2M annual cost and 2-hour average translation lag.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machine translation pipeline using Helsinki-NLP models fine-tuned on domain-specific terminology. Real-time translation in support ticketing system with confidence scores.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Globalization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HuggingFace Helsinki-NLP  ·  FastAPI  ·  Redis  ·  Zendesk API  ·  Docker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cost reduced from $1.2M to $80K/year. Translation latency from 2 hours to 800ms. BLEU score 34 (vs. 27 for generic MT).</a:t>
            </a:r>
            <a:endParaRPr lang="en-US" sz="11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P082  ›  Real-Time Translation for Global Support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Helsinki-NLP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cost reduced from $1.2M to $80K/year. Translation latency from 2 hours to 800ms. BLEU score 34 (vs. 27 for generic MT).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support platform serving 60 countries using human translators with $1.2M annual cost and 2-hour average translation lag.</a:t>
            </a:r>
            <a:endParaRPr lang="en-US" sz="11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Micro-Lending Credit Scoring for Emerging Markets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MFI lending to 500K borrowers using traditional bureau scores that exclude 70% of target population (unbanked individuals).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credit scoring using mobile money transactions, airtime top-up patterns, and psychometric quiz. Fairness-constrained model to avoid demographic proxy features.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Development Finance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LightGBM  ·  Fairlearn  ·  Mobile Money API  ·  PostgreSQL  ·  FastAPI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access extended to 150K previously excluded borrowers. Default rate maintained at 2.1%. Model gini coefficient 0.62.</a:t>
            </a:r>
            <a:endParaRPr lang="en-US" sz="11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P083  ›  Micro-Lending Credit Scoring for Emerging Markets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access extended to 150K previously excluded borrowers. Default rate maintained at 2.1%. Model gini coefficient 0.62.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MFI lending to 500K borrowers using traditional bureau scores that exclude 70% of target population (unbanked individuals).</a:t>
            </a:r>
            <a:endParaRPr lang="en-US" sz="11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Recommendation for OTT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platform with 8% monthly churn driven by poor content recommendations surfacing already-watched content for 28% of sessions.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recommendation using watch history, genre, and collaborative signals. Diversity constraint in ranking to avoid filter bubble effect.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Streaming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Geometric  ·  Redis  ·  Apache Kafka  ·  Kubernetes  ·  BigQuery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reduced from 8% to 5.3%. Content diversity score +41%. Watch time increased 23%.</a:t>
            </a:r>
            <a:endParaRPr lang="en-US" sz="11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P084  ›  Graph-Based Recommendation for OTT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Geometric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reduced from 8% to 5.3%. Content diversity score +41%. Watch time increased 23%.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platform with 8% monthly churn driven by poor content recommendations surfacing already-watched content for 28% of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 Optimization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 scheduling manual, resulting in 35% travel time waste and $4.2M annual cost from inefficient technician routing.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MILP-based scheduling optimization with dynamic rescheduling on job completion/cancellation. Skills matching and parts availability integration. Mobile app for technicians.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/ Field Operations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PuLP (MILP)  ·  Google OR-Tools  ·  FastAPI  ·  React Native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reduced by 27%. Service jobs completed per technician per day improved from 4.2 to 6.1. $2.8M annual savings.</a:t>
            </a:r>
            <a:endParaRPr lang="en-US" sz="11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P085  ›  Field Service Optimization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(MILP)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reduced by 27%. Service jobs completed per technician per day improved from 4.2 to 6.1. $2.8M annual savings.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 scheduling manual, resulting in 35% travel time waste and $4.2M annual cost from inefficient technician routing.</a:t>
            </a:r>
            <a:endParaRPr lang="en-US" sz="11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for Earnings Call Analysis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team manually transcribing and analyzing 200+ earnings calls/quarter, taking 3 days per company for sentiment and topic extraction.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for transcription + FinBERT for financial sentiment. Topic modeling via BERTopic. Automated summary and tone-change detection vs. prior quarter.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Investment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Whisper  ·  FinBERT  ·  BERTopic  ·  FastAPI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 analysis time reduced from 3 days to 45 minutes. Tone change signals correlated with 3-day stock moves at 0.62 correlation.</a:t>
            </a:r>
            <a:endParaRPr lang="en-US" sz="11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P086  ›  NLP Pipeline for Earnings Call Analysis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 analysis time reduced from 3 days to 45 minutes. Tone change signals correlated with 3-day stock moves at 0.62 correlation.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team manually transcribing and analyzing 200+ earnings calls/quarter, taking 3 days per company for sentiment and topic extraction.</a:t>
            </a:r>
            <a:endParaRPr lang="en-US" sz="11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Energy Optimization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platform users seeing 0% energy savings despite having sensors, due to no intelligent automation or usage insights.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Disaggregation model identifying appliance-level consumption from whole-home smart meter data. RL agent for HVAC scheduling. In-app recommendations with savings calculator.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Energy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NILMTK  ·  Stable Baselines3  ·  MQTT  ·  InfluxDB  ·  React Native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household energy savings of 18%. App engagement increased 3x. 92% of users report increased awareness of consumption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P087  ›  Smart Home Energy Optimization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NILMTK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Baselines3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household energy savings of 18%. App engagement increased 3x. 92% of users report increased awareness of consumption patterns.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platform users seeing 0% energy savings despite having sensors, due to no intelligent automation or usage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Market Research Synthesis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 spending 6 weeks synthesizing 500+ pages of market research per engagement, with subjective and inconsistent outputs.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over research documents + web sources. LLM-based synthesis with structured output (key findings, market sizing, competitive landscape). Citation-grounded.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/ Market Research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 ·  LangChain  ·  FAISS  ·  Python  ·  Streamlit  ·  PDF Parser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 time reduced from 6 weeks to 3 days. Client satisfaction improved. 2 additional engagements won citing speed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P088  ›  AI-Driven Market Research Synthesis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 time reduced from 6 weeks to 3 days. Client satisfaction improved. 2 additional engagements won citing speed advantage.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 spending 6 weeks synthesizing 500+ pages of market research per engagement, with subjective and inconsistent outputs.</a:t>
            </a:r>
            <a:endParaRPr lang="en-US" sz="11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Microgrid Load Balancing with RL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microgrid operator experiencing 22% energy waste due to suboptimal battery charge/discharge scheduling against time-of-use pricing.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agent (PPO) trained on historical load, solar generation, and pricing data. Deployed on edge controller with cloud retraining. Safety constraints for battery health.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CleanTech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Stable Baselines3 (PPO)  ·  TensorFlow  ·  MQTT  ·  InfluxDB  ·  Grafana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 reduced by 19%. Electricity cost reduced 24% through ToU arbitrage. Battery lifecycle extended by estimated 18%.</a:t>
            </a:r>
            <a:endParaRPr lang="en-US" sz="11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P089  ›  Microgrid Load Balancing with RL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Baselines3 (PPO)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 reduced by 19%. Electricity cost reduced 24% through ToU arbitrage. Battery lifecycle extended by estimated 18%.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microgrid operator experiencing 22% energy waste due to suboptimal battery charge/discharge scheduling against time-of-use pricing.</a:t>
            </a:r>
            <a:endParaRPr lang="en-US" sz="11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 Integration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network with 15 EMR systems preventing population health analytics and value-based care reporting.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R4-compliant data integration layer normalizing records from 15 source systems. Master patient index with probabilistic matching. HL7 v2 to FHIR converter.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Data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FHIR R4  ·  Apache Kafka  ·  PostgreSQL  ·  dbt  ·  Azure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patient records for 2.3M patients. Population health programs launched across 3 care gaps. HEDIS measure compliance improved 15%.</a:t>
            </a:r>
            <a:endParaRPr lang="en-US" sz="11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P090  ›  Multi-Source Data Integration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patient records for 2.3M patients. Population health programs launched across 3 care gaps. HEDIS measure compliance improved 15%.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network with 15 EMR systems preventing population health analytics and value-based care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Content Detection for Social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 with 2M DAU seeing 4% content toxicity rate causing user churn, with moderation team overwhelmed by 50K+ daily reports.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 toxicity classifier (Perspective API + custom fine-tuned model). Context-aware detection for sarcasm and dog-whistles. Graduated response automation.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/ Social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Perspective API  ·  HuggingFace  ·  FastAPI  ·  PostgreSQL  ·  Redis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rate reduced from 4% to 0.7%. Moderation team queue reduced 80%. User retention improved 9%.</a:t>
            </a:r>
            <a:endParaRPr lang="en-US" sz="11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P091  ›  Toxic Content Detection for Social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rate reduced from 4% to 0.7%. Moderation team queue reduced 80%. User retention improved 9%.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 with 2M DAU seeing 4% content toxicity rate causing user churn, with moderation team overwhelmed by 50K+ daily reports.</a:t>
            </a:r>
            <a:endParaRPr lang="en-US" sz="11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 Intelligence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 blind to geopolitical and ESG risks in supplier base until crises occur, causing two major supply disruptions in 12 months ($45M impact).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and regulatory filing ingestion with NLP risk classification. Supplier risk scoring across 7 dimensions. Early warning system with 30-day risk horizon.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Risk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HuggingFace  ·  News API  ·  Snowflake  ·  Airflow  ·  Power BI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supply risks identified 6 weeks before materialization in first year. Risk coverage extended to 450 Tier-1 and Tier-2 suppliers.</a:t>
            </a:r>
            <a:endParaRPr lang="en-US" sz="11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P092  ›  Supply Chain Risk Intelligence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supply risks identified 6 weeks before materialization in first year. Risk coverage extended to 450 Tier-1 and Tier-2 suppliers.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 blind to geopolitical and ESG risks in supplier base until crises occur, causing two major supply disruptions in 12 months ($45M impact).</a:t>
            </a:r>
            <a:endParaRPr lang="en-US" sz="11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Sports Highlight Generation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broadcaster manually editing 3-hour match recordings to create 5-minute highlight reels, taking 4 hours per match with 8 matches per weekend.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+ audio analysis pipeline detecting key moments (goals, fouls, crowd reactions). LLM-based commentary generation. Automated video stitching.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Sports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OpenCV  ·  YOLOv8  ·  Whisper  ·  OpenAI GPT-4  ·  FFmpeg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generation time reduced from 4 hours to 18 minutes. Social media engagement on automated highlights 91% of manual quality.</a:t>
            </a:r>
            <a:endParaRPr lang="en-US" sz="11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P093  ›  Automated Sports Highlight Generation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generation time reduced from 4 hours to 18 minutes. Social media engagement on automated highlights 91% of manual quality.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broadcaster manually editing 3-hour match recordings to create 5-minute highlight reels, taking 4 hours per match with 8 matches per weekend.</a:t>
            </a:r>
            <a:endParaRPr lang="en-US" sz="11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Spare Parts Inventory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 experiencing 18% stockout rate on critical spare parts causing $2.8M in extended downtime annually.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demand forecasting using Croston's method + bootstrapping simulation. Min-max policy optimization per part per warehouse. SAP integration for auto-PO.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MRO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Statsmodels  ·  Scipy  ·  SAP MM API  ·  PostgreSQL  ·  Power BI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reduced from 18% to 3%. Inventory carrying cost reduced 22%. $2.1M in downtime costs avoided in Year 1.</a:t>
            </a:r>
            <a:endParaRPr lang="en-US" sz="11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P094  ›  Predictive Spare Parts Inventory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MM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reduced from 18% to 3%. Inventory carrying cost reduced 22%. $2.1M in downtime costs avoided in Year 1.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 experiencing 18% stockout rate on critical spare parts causing $2.8M in extended downtime annually.</a:t>
            </a:r>
            <a:endParaRPr lang="en-US" sz="11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Market Expansion Analytics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chain opening new stores based on intuition, with 30% of stores in last 3 years failing to hit Year 1 revenue targets.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 model using geospatial features: footfall (Safegraph), competitor density, demographic fit, cannibalization radius. Interactive suitability map.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Strategy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GeoPandas  ·  Safegraph API  ·  XGBoost  ·  Folium  ·  PostGIS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adopted for 12 new store decisions. Year 1 revenue target hit rate improved from 70% to 92%. Avoided 2 estimated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P095  ›  Geospatial Market Expansion Analytics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Safegraph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adopted for 12 new store decisions. Year 1 revenue target hit rate improved from 70% to 92%. Avoided 2 estimated failures.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chain opening new stores based on intuition, with 30% of stores in last 3 years failing to hit Year 1 revenue targets.</a:t>
            </a:r>
            <a:endParaRPr lang="en-US" sz="11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 Optimization for Ad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advertising bidding with fixed CPM, resulting in 40% of ad spend on low-ROI inventory and $6M in wasted budget.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algorithm for real-time bid pricing. 50ms inference on feature store. CVR prediction model integrated into bidder. Budget pacing controller.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AdTech / Marketing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Vowpal Wabbit  ·  Redis  ·  FastAPI  ·  Kafka  ·  Spark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efficiency improved 38%. CPA reduced from $42 to $26. $3.2M annual savings on same budget with higher conversions.</a:t>
            </a:r>
            <a:endParaRPr lang="en-US" sz="11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P096  ›  Real-Time Bid Optimization for Ad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Vowpal Wabbit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efficiency improved 38%. CPA reduced from $42 to $26. $3.2M annual savings on same budget with higher conversions.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advertising bidding with fixed CPM, resulting in 40% of ad spend on low-ROI inventory and $6M in wasted budget.</a:t>
            </a:r>
            <a:endParaRPr lang="en-US" sz="11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ESG Scoring for Investment Portfolio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investment fund manually scoring 400+ portfolio companies on ESG metrics, taking 3 months per annual review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extracting ESG indicators from sustainability reports, news, and regulatory filings. Automated scoring with evidence-based justification and controversy flag.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ESG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HuggingFace  ·  SEC EDGAR API  ·  News API  ·  FastAPI  ·  Snowflake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scoring cycle reduced from 3 months to 2 weeks. Coverage expanded from 400 to 1,200 companies. Used in $2.4B fund investment committee.</a:t>
            </a:r>
            <a:endParaRPr lang="en-US" sz="11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P097  ›  Automated ESG Scoring for Investment Portfolio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scoring cycle reduced from 3 months to 2 weeks. Coverage expanded from 400 to 1,200 companies. Used in $2.4B fund investment committee.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investment fund manually scoring 400+ portfolio companies on ESG metrics, taking 3 months per annual review cycle.</a:t>
            </a:r>
            <a:endParaRPr lang="en-US" sz="11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Point Cloud Processing for Autonomous Vehicles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development team processing LiDAR point cloud data at 2 FPS — far below 10 FPS minimum needed for safe real-time object detection.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PointNet++ model with custom CUDA kernels for GPU acceleration. Voxelization optimization reducing memory footprint by 60%. Object detection reaching 12 FPS.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/ Robotics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 ·  CUDA  ·  PointNet++  ·  ROS2  ·  Docker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 improved from 2 FPS to 12 FPS. Object detection mAP: 0.81. Safety milestone for on-road testing unlocked.</a:t>
            </a:r>
            <a:endParaRPr lang="en-US" sz="11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P098  ›  3D Point Cloud Processing for Autonomous Vehicles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PointNet++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 improved from 2 FPS to 12 FPS. Object detection mAP: 0.81. Safety milestone for on-road testing unlocked.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development team processing LiDAR point cloud data at 2 FPS — far below 10 FPS minimum needed for safe real-time object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Financial Planning Chatbot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 firm unable to serve mass-affluent segment (&lt;$500K AUM) profitably with human advisors, missing $180M addressable market.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for financial goal setting, risk profiling, and portfolio recommendation. SEC-compliant advice guardrails. Human advisor escalation for complex scenarios.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Wealth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 ·  LangChain  ·  Python  ·  FastAPI  ·  React  · 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Mass-affluent segment launched. 8,500 users onboarded in 3 months. AUM under robo-advisory: $42M. Compliance audit passed.</a:t>
            </a:r>
            <a:endParaRPr lang="en-US" sz="11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P099  ›  Personalized Financial Planning Chatbot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Mass-affluent segment launched. 8,500 users onboarded in 3 months. AUM under robo-advisory: $42M. Compliance audit passed.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 firm unable to serve mass-affluent segment (&lt;$500K AUM) profitably with human advisors, missing $180M addressable market.</a:t>
            </a:r>
            <a:endParaRPr lang="en-US" sz="11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MLOps &amp; Feature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97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115568"/>
            <a:ext cx="5120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ML teams maintaining separate feature pipelines with 70% feature redundancy and 3-week average time-to-production for new models.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120640" cy="2743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551176"/>
            <a:ext cx="5120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feature store on Feast + Redis/Snowflake. Shared feature registry with reuse metrics. Standardized model packaging with BentoML. CI/CD for ML pipelines.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170432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07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Platform Engineering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934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45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48256"/>
            <a:ext cx="32918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84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99232"/>
            <a:ext cx="32918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310128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 ·  Redis  ·  Snowflake  ·  BentoML  ·  Kubernetes  ·  GitHub Actions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06240"/>
            <a:ext cx="16459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171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reuse rate improved from 30% to 74%. Model deployment time reduced from 3 weeks to 2 days. Infrastructure cost reduced 40%.</a:t>
            </a:r>
            <a:endParaRPr lang="en-US" sz="11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P100  ›  Unified MLOps &amp; Feature Platform  —  Technical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BREAKDOWN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115568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1517904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517904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920240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920240"/>
            <a:ext cx="54864" cy="32918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19202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343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reuse rate improved from 30% to 74%. Model deployment time reduced from 3 weeks to 2 days. Infrastructure cost reduced 40%.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137160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1371600" cy="868680"/>
          </a:xfrm>
          <a:prstGeom prst="rect">
            <a:avLst/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423160"/>
            <a:ext cx="137160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29000"/>
            <a:ext cx="8686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3721608"/>
            <a:ext cx="8686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ML teams maintaining separate feature pipelines with 70% feature redundancy and 3-week average time-to-production for new models.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201</Slides>
  <Notes>201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201</vt:i4>
      </vt:variant>
    </vt:vector>
  </HeadingPairs>
  <TitlesOfParts>
    <vt:vector size="20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Repository</dc:title>
  <dc:subject>PptxGenJS Presentation</dc:subject>
  <dc:creator>PptxGenJS</dc:creator>
  <cp:lastModifiedBy>PptxGenJS</cp:lastModifiedBy>
  <cp:revision>3</cp:revision>
  <dcterms:created xsi:type="dcterms:W3CDTF">2026-06-06T01:44:07Z</dcterms:created>
  <dcterms:modified xsi:type="dcterms:W3CDTF">2026-06-08T06:03:30Z</dcterms:modified>
</cp:coreProperties>
</file>